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860000" cy="2880000"/>
          </a:xfrm>
          <a:custGeom>
            <a:avLst/>
            <a:gdLst>
              <a:gd name="textAreaLeft" fmla="*/ 0 w 4860000"/>
              <a:gd name="textAreaRight" fmla="*/ 4860360 w 4860000"/>
              <a:gd name="textAreaTop" fmla="*/ 0 h 2880000"/>
              <a:gd name="textAreaBottom" fmla="*/ 2880360 h 2880000"/>
            </a:gdLst>
            <a:ahLst/>
            <a:cxnLst/>
            <a:rect l="textAreaLeft" t="textAreaTop" r="textAreaRight" b="textAreaBottom"/>
            <a:pathLst>
              <a:path w="13501" h="8001">
                <a:moveTo>
                  <a:pt x="0" y="0"/>
                </a:moveTo>
                <a:lnTo>
                  <a:pt x="0" y="500"/>
                </a:lnTo>
                <a:lnTo>
                  <a:pt x="10405" y="8001"/>
                </a:lnTo>
                <a:lnTo>
                  <a:pt x="13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"/>
          <p:cNvSpPr/>
          <p:nvPr/>
        </p:nvSpPr>
        <p:spPr>
          <a:xfrm>
            <a:off x="4320000" y="0"/>
            <a:ext cx="5760000" cy="2160000"/>
          </a:xfrm>
          <a:custGeom>
            <a:avLst/>
            <a:gdLst>
              <a:gd name="textAreaLeft" fmla="*/ 0 w 5760000"/>
              <a:gd name="textAreaRight" fmla="*/ 5760360 w 5760000"/>
              <a:gd name="textAreaTop" fmla="*/ 0 h 2160000"/>
              <a:gd name="textAreaBottom" fmla="*/ 2160360 h 2160000"/>
            </a:gdLst>
            <a:ahLst/>
            <a:cxnLst/>
            <a:rect l="textAreaLeft" t="textAreaTop" r="textAreaRight" b="textAreaBottom"/>
            <a:pathLst>
              <a:path w="16001" h="6001">
                <a:moveTo>
                  <a:pt x="16001" y="0"/>
                </a:moveTo>
                <a:lnTo>
                  <a:pt x="2500" y="0"/>
                </a:lnTo>
                <a:lnTo>
                  <a:pt x="0" y="6001"/>
                </a:lnTo>
                <a:lnTo>
                  <a:pt x="16001" y="2500"/>
                </a:lnTo>
                <a:lnTo>
                  <a:pt x="16001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"/>
          <p:cNvSpPr/>
          <p:nvPr/>
        </p:nvSpPr>
        <p:spPr>
          <a:xfrm>
            <a:off x="5580000" y="1260000"/>
            <a:ext cx="4500000" cy="3780000"/>
          </a:xfrm>
          <a:custGeom>
            <a:avLst/>
            <a:gdLst>
              <a:gd name="textAreaLeft" fmla="*/ 0 w 4500000"/>
              <a:gd name="textAreaRight" fmla="*/ 4500360 w 4500000"/>
              <a:gd name="textAreaTop" fmla="*/ 0 h 3780000"/>
              <a:gd name="textAreaBottom" fmla="*/ 3780360 h 3780000"/>
            </a:gdLst>
            <a:ahLst/>
            <a:cxnLst/>
            <a:rect l="textAreaLeft" t="textAreaTop" r="textAreaRight" b="textAreaBottom"/>
            <a:pathLst>
              <a:path w="12501" h="10501">
                <a:moveTo>
                  <a:pt x="12501" y="10501"/>
                </a:moveTo>
                <a:lnTo>
                  <a:pt x="12501" y="0"/>
                </a:lnTo>
                <a:lnTo>
                  <a:pt x="0" y="2500"/>
                </a:lnTo>
                <a:lnTo>
                  <a:pt x="12501" y="10501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" name=""/>
          <p:cNvSpPr/>
          <p:nvPr/>
        </p:nvSpPr>
        <p:spPr>
          <a:xfrm>
            <a:off x="5580000" y="3060000"/>
            <a:ext cx="4500000" cy="2610000"/>
          </a:xfrm>
          <a:custGeom>
            <a:avLst/>
            <a:gdLst>
              <a:gd name="textAreaLeft" fmla="*/ 0 w 4500000"/>
              <a:gd name="textAreaRight" fmla="*/ 4500360 w 4500000"/>
              <a:gd name="textAreaTop" fmla="*/ 0 h 2610000"/>
              <a:gd name="textAreaBottom" fmla="*/ 2610360 h 2610000"/>
            </a:gdLst>
            <a:ahLst/>
            <a:cxnLst/>
            <a:rect l="textAreaLeft" t="textAreaTop" r="textAreaRight" b="textAreaBottom"/>
            <a:pathLst>
              <a:path w="12501" h="7251">
                <a:moveTo>
                  <a:pt x="12501" y="7251"/>
                </a:moveTo>
                <a:lnTo>
                  <a:pt x="12501" y="6501"/>
                </a:lnTo>
                <a:lnTo>
                  <a:pt x="2000" y="0"/>
                </a:lnTo>
                <a:lnTo>
                  <a:pt x="0" y="7251"/>
                </a:lnTo>
                <a:lnTo>
                  <a:pt x="12501" y="7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6" name=""/>
          <p:cNvSpPr/>
          <p:nvPr/>
        </p:nvSpPr>
        <p:spPr>
          <a:xfrm>
            <a:off x="0" y="3762000"/>
            <a:ext cx="5760000" cy="1908000"/>
          </a:xfrm>
          <a:custGeom>
            <a:avLst/>
            <a:gdLst>
              <a:gd name="textAreaLeft" fmla="*/ 0 w 5760000"/>
              <a:gd name="textAreaRight" fmla="*/ 5760360 w 5760000"/>
              <a:gd name="textAreaTop" fmla="*/ 0 h 1908000"/>
              <a:gd name="textAreaBottom" fmla="*/ 1908360 h 1908000"/>
            </a:gdLst>
            <a:ahLst/>
            <a:cxnLst/>
            <a:rect l="textAreaLeft" t="textAreaTop" r="textAreaRight" b="textAreaBottom"/>
            <a:pathLst>
              <a:path w="16001" h="5301">
                <a:moveTo>
                  <a:pt x="0" y="5301"/>
                </a:moveTo>
                <a:lnTo>
                  <a:pt x="14501" y="5301"/>
                </a:lnTo>
                <a:lnTo>
                  <a:pt x="16001" y="0"/>
                </a:lnTo>
                <a:lnTo>
                  <a:pt x="0" y="2546"/>
                </a:lnTo>
                <a:lnTo>
                  <a:pt x="0" y="530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7" name=""/>
          <p:cNvSpPr/>
          <p:nvPr/>
        </p:nvSpPr>
        <p:spPr>
          <a:xfrm>
            <a:off x="0" y="540000"/>
            <a:ext cx="4320000" cy="3780000"/>
          </a:xfrm>
          <a:custGeom>
            <a:avLst/>
            <a:gdLst>
              <a:gd name="textAreaLeft" fmla="*/ 0 w 4320000"/>
              <a:gd name="textAreaRight" fmla="*/ 4320360 w 4320000"/>
              <a:gd name="textAreaTop" fmla="*/ 0 h 3780000"/>
              <a:gd name="textAreaBottom" fmla="*/ 3780360 h 3780000"/>
            </a:gdLst>
            <a:ahLst/>
            <a:cxnLst/>
            <a:rect l="textAreaLeft" t="textAreaTop" r="textAreaRight" b="textAreaBottom"/>
            <a:pathLst>
              <a:path w="12001" h="10501">
                <a:moveTo>
                  <a:pt x="0" y="0"/>
                </a:moveTo>
                <a:lnTo>
                  <a:pt x="0" y="10501"/>
                </a:lnTo>
                <a:lnTo>
                  <a:pt x="12001" y="850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3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3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3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876CFC7-98AE-440C-955C-9F230EC81939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3780000" y="1980000"/>
            <a:ext cx="2519640" cy="17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indent="0" algn="ctr">
              <a:lnSpc>
                <a:spcPct val="100000"/>
              </a:lnSpc>
              <a:spcAft>
                <a:spcPts val="1060"/>
              </a:spcAft>
              <a:buNone/>
              <a:tabLst>
                <a:tab pos="0" algn="l"/>
              </a:tabLst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indent="0" algn="ctr">
              <a:lnSpc>
                <a:spcPct val="100000"/>
              </a:lnSpc>
              <a:spcAft>
                <a:spcPts val="848"/>
              </a:spcAft>
              <a:buNone/>
              <a:tabLst>
                <a:tab pos="0" algn="l"/>
              </a:tabLst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indent="0" algn="ctr">
              <a:lnSpc>
                <a:spcPct val="100000"/>
              </a:lnSpc>
              <a:spcAft>
                <a:spcPts val="635"/>
              </a:spcAft>
              <a:buNone/>
              <a:tabLst>
                <a:tab pos="0" algn="l"/>
              </a:tabLst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indent="0" algn="ctr">
              <a:lnSpc>
                <a:spcPct val="100000"/>
              </a:lnSpc>
              <a:spcAft>
                <a:spcPts val="422"/>
              </a:spcAft>
              <a:buNone/>
              <a:tabLst>
                <a:tab pos="0" algn="l"/>
              </a:tabLst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indent="0" algn="ctr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indent="0" algn="ctr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indent="0" algn="ctr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indent="0" algn="ctr">
              <a:lnSpc>
                <a:spcPct val="100000"/>
              </a:lnSpc>
              <a:spcAft>
                <a:spcPts val="1060"/>
              </a:spcAft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 algn="ctr">
              <a:lnSpc>
                <a:spcPct val="100000"/>
              </a:lnSpc>
              <a:spcAft>
                <a:spcPts val="848"/>
              </a:spcAft>
              <a:buNone/>
              <a:tabLst>
                <a:tab pos="0" algn="l"/>
              </a:tabLst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Второй уровень структуры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 algn="ctr">
              <a:lnSpc>
                <a:spcPct val="100000"/>
              </a:lnSpc>
              <a:spcAft>
                <a:spcPts val="635"/>
              </a:spcAft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Третий уровень структуры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 algn="ctr">
              <a:lnSpc>
                <a:spcPct val="100000"/>
              </a:lnSpc>
              <a:spcAft>
                <a:spcPts val="422"/>
              </a:spcAft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Четвёртый уровень структуры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 algn="ctr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Пятый уровень структуры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 algn="ctr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Шестой уровень структуры</a:t>
            </a:r>
            <a:endParaRPr lang="ru-RU" sz="1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 algn="ctr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Седьмой уровень структуры</a:t>
            </a:r>
            <a:endParaRPr lang="ru-RU" sz="1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540000" y="180000"/>
            <a:ext cx="395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3200" b="0" u="none" strike="noStrike">
                <a:solidFill>
                  <a:srgbClr val="FFFFFF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4860000" cy="2880000"/>
          </a:xfrm>
          <a:custGeom>
            <a:avLst/>
            <a:gdLst>
              <a:gd name="textAreaLeft" fmla="*/ 0 w 4860000"/>
              <a:gd name="textAreaRight" fmla="*/ 4860360 w 4860000"/>
              <a:gd name="textAreaTop" fmla="*/ 0 h 2880000"/>
              <a:gd name="textAreaBottom" fmla="*/ 2880360 h 2880000"/>
            </a:gdLst>
            <a:ahLst/>
            <a:cxnLst/>
            <a:rect l="textAreaLeft" t="textAreaTop" r="textAreaRight" b="textAreaBottom"/>
            <a:pathLst>
              <a:path w="13501" h="8001">
                <a:moveTo>
                  <a:pt x="0" y="0"/>
                </a:moveTo>
                <a:lnTo>
                  <a:pt x="0" y="500"/>
                </a:lnTo>
                <a:lnTo>
                  <a:pt x="10405" y="8001"/>
                </a:lnTo>
                <a:lnTo>
                  <a:pt x="13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4" name=""/>
          <p:cNvSpPr/>
          <p:nvPr/>
        </p:nvSpPr>
        <p:spPr>
          <a:xfrm>
            <a:off x="4320000" y="0"/>
            <a:ext cx="5760000" cy="2160000"/>
          </a:xfrm>
          <a:custGeom>
            <a:avLst/>
            <a:gdLst>
              <a:gd name="textAreaLeft" fmla="*/ 0 w 5760000"/>
              <a:gd name="textAreaRight" fmla="*/ 5760360 w 5760000"/>
              <a:gd name="textAreaTop" fmla="*/ 0 h 2160000"/>
              <a:gd name="textAreaBottom" fmla="*/ 2160360 h 2160000"/>
            </a:gdLst>
            <a:ahLst/>
            <a:cxnLst/>
            <a:rect l="textAreaLeft" t="textAreaTop" r="textAreaRight" b="textAreaBottom"/>
            <a:pathLst>
              <a:path w="16001" h="6001">
                <a:moveTo>
                  <a:pt x="16001" y="0"/>
                </a:moveTo>
                <a:lnTo>
                  <a:pt x="2500" y="0"/>
                </a:lnTo>
                <a:lnTo>
                  <a:pt x="0" y="6001"/>
                </a:lnTo>
                <a:lnTo>
                  <a:pt x="16001" y="2500"/>
                </a:lnTo>
                <a:lnTo>
                  <a:pt x="16001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5" name=""/>
          <p:cNvSpPr/>
          <p:nvPr/>
        </p:nvSpPr>
        <p:spPr>
          <a:xfrm>
            <a:off x="5580000" y="1260000"/>
            <a:ext cx="4500000" cy="3780000"/>
          </a:xfrm>
          <a:custGeom>
            <a:avLst/>
            <a:gdLst>
              <a:gd name="textAreaLeft" fmla="*/ 0 w 4500000"/>
              <a:gd name="textAreaRight" fmla="*/ 4500360 w 4500000"/>
              <a:gd name="textAreaTop" fmla="*/ 0 h 3780000"/>
              <a:gd name="textAreaBottom" fmla="*/ 3780360 h 3780000"/>
            </a:gdLst>
            <a:ahLst/>
            <a:cxnLst/>
            <a:rect l="textAreaLeft" t="textAreaTop" r="textAreaRight" b="textAreaBottom"/>
            <a:pathLst>
              <a:path w="12501" h="10501">
                <a:moveTo>
                  <a:pt x="12501" y="10501"/>
                </a:moveTo>
                <a:lnTo>
                  <a:pt x="12501" y="0"/>
                </a:lnTo>
                <a:lnTo>
                  <a:pt x="0" y="2500"/>
                </a:lnTo>
                <a:lnTo>
                  <a:pt x="12501" y="10501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6" name=""/>
          <p:cNvSpPr/>
          <p:nvPr/>
        </p:nvSpPr>
        <p:spPr>
          <a:xfrm>
            <a:off x="5580000" y="3060000"/>
            <a:ext cx="4500000" cy="2610000"/>
          </a:xfrm>
          <a:custGeom>
            <a:avLst/>
            <a:gdLst>
              <a:gd name="textAreaLeft" fmla="*/ 0 w 4500000"/>
              <a:gd name="textAreaRight" fmla="*/ 4500360 w 4500000"/>
              <a:gd name="textAreaTop" fmla="*/ 0 h 2610000"/>
              <a:gd name="textAreaBottom" fmla="*/ 2610360 h 2610000"/>
            </a:gdLst>
            <a:ahLst/>
            <a:cxnLst/>
            <a:rect l="textAreaLeft" t="textAreaTop" r="textAreaRight" b="textAreaBottom"/>
            <a:pathLst>
              <a:path w="12501" h="7251">
                <a:moveTo>
                  <a:pt x="12501" y="7251"/>
                </a:moveTo>
                <a:lnTo>
                  <a:pt x="12501" y="6501"/>
                </a:lnTo>
                <a:lnTo>
                  <a:pt x="2000" y="0"/>
                </a:lnTo>
                <a:lnTo>
                  <a:pt x="0" y="7251"/>
                </a:lnTo>
                <a:lnTo>
                  <a:pt x="12501" y="7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7" name=""/>
          <p:cNvSpPr/>
          <p:nvPr/>
        </p:nvSpPr>
        <p:spPr>
          <a:xfrm>
            <a:off x="0" y="3762000"/>
            <a:ext cx="5760000" cy="1908000"/>
          </a:xfrm>
          <a:custGeom>
            <a:avLst/>
            <a:gdLst>
              <a:gd name="textAreaLeft" fmla="*/ 0 w 5760000"/>
              <a:gd name="textAreaRight" fmla="*/ 5760360 w 5760000"/>
              <a:gd name="textAreaTop" fmla="*/ 0 h 1908000"/>
              <a:gd name="textAreaBottom" fmla="*/ 1908360 h 1908000"/>
            </a:gdLst>
            <a:ahLst/>
            <a:cxnLst/>
            <a:rect l="textAreaLeft" t="textAreaTop" r="textAreaRight" b="textAreaBottom"/>
            <a:pathLst>
              <a:path w="16001" h="5301">
                <a:moveTo>
                  <a:pt x="0" y="5301"/>
                </a:moveTo>
                <a:lnTo>
                  <a:pt x="14501" y="5301"/>
                </a:lnTo>
                <a:lnTo>
                  <a:pt x="16001" y="0"/>
                </a:lnTo>
                <a:lnTo>
                  <a:pt x="0" y="2546"/>
                </a:lnTo>
                <a:lnTo>
                  <a:pt x="0" y="530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0" y="540000"/>
            <a:ext cx="4320000" cy="3780000"/>
          </a:xfrm>
          <a:custGeom>
            <a:avLst/>
            <a:gdLst>
              <a:gd name="textAreaLeft" fmla="*/ 0 w 4320000"/>
              <a:gd name="textAreaRight" fmla="*/ 4320360 w 4320000"/>
              <a:gd name="textAreaTop" fmla="*/ 0 h 3780000"/>
              <a:gd name="textAreaBottom" fmla="*/ 3780360 h 3780000"/>
            </a:gdLst>
            <a:ahLst/>
            <a:cxnLst/>
            <a:rect l="textAreaLeft" t="textAreaTop" r="textAreaRight" b="textAreaBottom"/>
            <a:pathLst>
              <a:path w="12001" h="10501">
                <a:moveTo>
                  <a:pt x="0" y="0"/>
                </a:moveTo>
                <a:lnTo>
                  <a:pt x="0" y="10501"/>
                </a:lnTo>
                <a:lnTo>
                  <a:pt x="12001" y="850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3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3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3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5FD6B5F-3772-47ED-8129-7825E92543D7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3780000" y="1980000"/>
            <a:ext cx="2519640" cy="17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indent="0" algn="ctr">
              <a:lnSpc>
                <a:spcPct val="100000"/>
              </a:lnSpc>
              <a:spcAft>
                <a:spcPts val="1060"/>
              </a:spcAft>
              <a:buNone/>
              <a:tabLst>
                <a:tab pos="0" algn="l"/>
              </a:tabLst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indent="0" algn="ctr">
              <a:lnSpc>
                <a:spcPct val="100000"/>
              </a:lnSpc>
              <a:spcAft>
                <a:spcPts val="848"/>
              </a:spcAft>
              <a:buNone/>
              <a:tabLst>
                <a:tab pos="0" algn="l"/>
              </a:tabLst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indent="0" algn="ctr">
              <a:lnSpc>
                <a:spcPct val="100000"/>
              </a:lnSpc>
              <a:spcAft>
                <a:spcPts val="635"/>
              </a:spcAft>
              <a:buNone/>
              <a:tabLst>
                <a:tab pos="0" algn="l"/>
              </a:tabLst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indent="0" algn="ctr">
              <a:lnSpc>
                <a:spcPct val="100000"/>
              </a:lnSpc>
              <a:spcAft>
                <a:spcPts val="422"/>
              </a:spcAft>
              <a:buNone/>
              <a:tabLst>
                <a:tab pos="0" algn="l"/>
              </a:tabLst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indent="0" algn="ctr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indent="0" algn="ctr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indent="0" algn="ctr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indent="0" algn="ctr">
              <a:lnSpc>
                <a:spcPct val="100000"/>
              </a:lnSpc>
              <a:spcAft>
                <a:spcPts val="1060"/>
              </a:spcAft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 algn="ctr">
              <a:lnSpc>
                <a:spcPct val="100000"/>
              </a:lnSpc>
              <a:spcAft>
                <a:spcPts val="848"/>
              </a:spcAft>
              <a:buNone/>
              <a:tabLst>
                <a:tab pos="0" algn="l"/>
              </a:tabLst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Второй уровень структуры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 algn="ctr">
              <a:lnSpc>
                <a:spcPct val="100000"/>
              </a:lnSpc>
              <a:spcAft>
                <a:spcPts val="635"/>
              </a:spcAft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Третий уровень структуры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 algn="ctr">
              <a:lnSpc>
                <a:spcPct val="100000"/>
              </a:lnSpc>
              <a:spcAft>
                <a:spcPts val="422"/>
              </a:spcAft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Четвёртый уровень структуры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 algn="ctr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Пятый уровень структуры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 algn="ctr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Шестой уровень структуры</a:t>
            </a:r>
            <a:endParaRPr lang="ru-RU" sz="1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 algn="ctr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Седьмой уровень структуры</a:t>
            </a:r>
            <a:endParaRPr lang="ru-RU" sz="1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title"/>
          </p:nvPr>
        </p:nvSpPr>
        <p:spPr>
          <a:xfrm>
            <a:off x="540000" y="180000"/>
            <a:ext cx="395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3200" b="0" u="none" strike="noStrike">
                <a:solidFill>
                  <a:srgbClr val="FFFFFF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0" y="0"/>
            <a:ext cx="3276000" cy="3240000"/>
          </a:xfrm>
          <a:custGeom>
            <a:avLst/>
            <a:gdLst>
              <a:gd name="textAreaLeft" fmla="*/ 0 w 3276000"/>
              <a:gd name="textAreaRight" fmla="*/ 3276360 w 3276000"/>
              <a:gd name="textAreaTop" fmla="*/ 0 h 3240000"/>
              <a:gd name="textAreaBottom" fmla="*/ 3240360 h 3240000"/>
            </a:gdLst>
            <a:ahLst/>
            <a:cxnLst/>
            <a:rect l="textAreaLeft" t="textAreaTop" r="textAreaRight" b="textAreaBottom"/>
            <a:pathLst>
              <a:path w="9101" h="9001">
                <a:moveTo>
                  <a:pt x="0" y="0"/>
                </a:moveTo>
                <a:lnTo>
                  <a:pt x="9101" y="0"/>
                </a:lnTo>
                <a:lnTo>
                  <a:pt x="6101" y="9001"/>
                </a:lnTo>
                <a:lnTo>
                  <a:pt x="0" y="4501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5" name=""/>
          <p:cNvSpPr/>
          <p:nvPr/>
        </p:nvSpPr>
        <p:spPr>
          <a:xfrm>
            <a:off x="3240000" y="0"/>
            <a:ext cx="5400000" cy="1080000"/>
          </a:xfrm>
          <a:custGeom>
            <a:avLst/>
            <a:gdLst>
              <a:gd name="textAreaLeft" fmla="*/ 0 w 5400000"/>
              <a:gd name="textAreaRight" fmla="*/ 5400360 w 5400000"/>
              <a:gd name="textAreaTop" fmla="*/ 0 h 1080000"/>
              <a:gd name="textAreaBottom" fmla="*/ 1080360 h 1080000"/>
            </a:gdLst>
            <a:ahLst/>
            <a:cxnLst/>
            <a:rect l="textAreaLeft" t="textAreaTop" r="textAreaRight" b="textAreaBottom"/>
            <a:pathLst>
              <a:path w="15001" h="3001">
                <a:moveTo>
                  <a:pt x="1000" y="0"/>
                </a:moveTo>
                <a:lnTo>
                  <a:pt x="0" y="3001"/>
                </a:lnTo>
                <a:lnTo>
                  <a:pt x="15001" y="0"/>
                </a:lnTo>
                <a:lnTo>
                  <a:pt x="10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6" name=""/>
          <p:cNvSpPr/>
          <p:nvPr/>
        </p:nvSpPr>
        <p:spPr>
          <a:xfrm>
            <a:off x="6120000" y="0"/>
            <a:ext cx="3960000" cy="3780000"/>
          </a:xfrm>
          <a:custGeom>
            <a:avLst/>
            <a:gdLst>
              <a:gd name="textAreaLeft" fmla="*/ 0 w 3960000"/>
              <a:gd name="textAreaRight" fmla="*/ 3960360 w 3960000"/>
              <a:gd name="textAreaTop" fmla="*/ 0 h 3780000"/>
              <a:gd name="textAreaBottom" fmla="*/ 3780360 h 3780000"/>
            </a:gdLst>
            <a:ahLst/>
            <a:cxnLst/>
            <a:rect l="textAreaLeft" t="textAreaTop" r="textAreaRight" b="textAreaBottom"/>
            <a:pathLst>
              <a:path w="11001" h="10501">
                <a:moveTo>
                  <a:pt x="11001" y="0"/>
                </a:moveTo>
                <a:lnTo>
                  <a:pt x="0" y="2500"/>
                </a:lnTo>
                <a:lnTo>
                  <a:pt x="11001" y="10501"/>
                </a:lnTo>
                <a:lnTo>
                  <a:pt x="11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6840000" y="2520000"/>
            <a:ext cx="3240000" cy="3150000"/>
          </a:xfrm>
          <a:custGeom>
            <a:avLst/>
            <a:gdLst>
              <a:gd name="textAreaLeft" fmla="*/ 0 w 3240000"/>
              <a:gd name="textAreaRight" fmla="*/ 3240360 w 3240000"/>
              <a:gd name="textAreaTop" fmla="*/ 0 h 3150000"/>
              <a:gd name="textAreaBottom" fmla="*/ 3150360 h 3150000"/>
            </a:gdLst>
            <a:ahLst/>
            <a:cxnLst/>
            <a:rect l="textAreaLeft" t="textAreaTop" r="textAreaRight" b="textAreaBottom"/>
            <a:pathLst>
              <a:path w="9001" h="8751">
                <a:moveTo>
                  <a:pt x="9001" y="4501"/>
                </a:moveTo>
                <a:lnTo>
                  <a:pt x="3000" y="0"/>
                </a:lnTo>
                <a:lnTo>
                  <a:pt x="0" y="8751"/>
                </a:lnTo>
                <a:lnTo>
                  <a:pt x="9001" y="8751"/>
                </a:lnTo>
                <a:lnTo>
                  <a:pt x="9001" y="450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8" name=""/>
          <p:cNvSpPr/>
          <p:nvPr/>
        </p:nvSpPr>
        <p:spPr>
          <a:xfrm>
            <a:off x="1800000" y="4500000"/>
            <a:ext cx="5040000" cy="1170000"/>
          </a:xfrm>
          <a:custGeom>
            <a:avLst/>
            <a:gdLst>
              <a:gd name="textAreaLeft" fmla="*/ 0 w 5040000"/>
              <a:gd name="textAreaRight" fmla="*/ 5040360 w 5040000"/>
              <a:gd name="textAreaTop" fmla="*/ 0 h 1170000"/>
              <a:gd name="textAreaBottom" fmla="*/ 1170360 h 1170000"/>
            </a:gdLst>
            <a:ahLst/>
            <a:cxnLst/>
            <a:rect l="textAreaLeft" t="textAreaTop" r="textAreaRight" b="textAreaBottom"/>
            <a:pathLst>
              <a:path w="14001" h="3251">
                <a:moveTo>
                  <a:pt x="0" y="3251"/>
                </a:moveTo>
                <a:lnTo>
                  <a:pt x="13001" y="3251"/>
                </a:lnTo>
                <a:lnTo>
                  <a:pt x="14001" y="0"/>
                </a:lnTo>
                <a:lnTo>
                  <a:pt x="0" y="3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9" name=""/>
          <p:cNvSpPr/>
          <p:nvPr/>
        </p:nvSpPr>
        <p:spPr>
          <a:xfrm>
            <a:off x="0" y="2160000"/>
            <a:ext cx="3996000" cy="3510000"/>
          </a:xfrm>
          <a:custGeom>
            <a:avLst/>
            <a:gdLst>
              <a:gd name="textAreaLeft" fmla="*/ 0 w 3996000"/>
              <a:gd name="textAreaRight" fmla="*/ 3996360 w 3996000"/>
              <a:gd name="textAreaTop" fmla="*/ 0 h 3510000"/>
              <a:gd name="textAreaBottom" fmla="*/ 3510360 h 3510000"/>
            </a:gdLst>
            <a:ahLst/>
            <a:cxnLst/>
            <a:rect l="textAreaLeft" t="textAreaTop" r="textAreaRight" b="textAreaBottom"/>
            <a:pathLst>
              <a:path w="11101" h="9751">
                <a:moveTo>
                  <a:pt x="0" y="9751"/>
                </a:moveTo>
                <a:lnTo>
                  <a:pt x="1602" y="9751"/>
                </a:lnTo>
                <a:lnTo>
                  <a:pt x="11101" y="7440"/>
                </a:lnTo>
                <a:lnTo>
                  <a:pt x="0" y="0"/>
                </a:lnTo>
                <a:lnTo>
                  <a:pt x="0" y="9751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3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3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3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D1EAD10-005A-46E9-B591-C1119F258477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title"/>
          </p:nvPr>
        </p:nvSpPr>
        <p:spPr>
          <a:xfrm>
            <a:off x="2880000" y="900000"/>
            <a:ext cx="4319640" cy="10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2880000" y="2160000"/>
            <a:ext cx="4319640" cy="251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algn="l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lvl="1" algn="l">
              <a:lnSpc>
                <a:spcPct val="100000"/>
              </a:lnSpc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lvl="2" algn="l">
              <a:lnSpc>
                <a:spcPct val="100000"/>
              </a:lnSpc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lvl="3" algn="l">
              <a:lnSpc>
                <a:spcPct val="100000"/>
              </a:lnSpc>
              <a:spcAft>
                <a:spcPts val="422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lvl="4" algn="l">
              <a:lnSpc>
                <a:spcPct val="100000"/>
              </a:lnSpc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lvl="5" algn="l">
              <a:lnSpc>
                <a:spcPct val="100000"/>
              </a:lnSpc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lvl="6" algn="l">
              <a:lnSpc>
                <a:spcPct val="100000"/>
              </a:lnSpc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Второй уровень структуры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Третий уровень структуры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2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Четвёртый уровень структуры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Пятый уровень структуры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Шестой уровень структуры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Седьмой уровень структуры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>
            <a:off x="0" y="0"/>
            <a:ext cx="1980000" cy="3420000"/>
          </a:xfrm>
          <a:custGeom>
            <a:avLst/>
            <a:gdLst>
              <a:gd name="textAreaLeft" fmla="*/ 0 w 1980000"/>
              <a:gd name="textAreaRight" fmla="*/ 1980360 w 1980000"/>
              <a:gd name="textAreaTop" fmla="*/ 0 h 3420000"/>
              <a:gd name="textAreaBottom" fmla="*/ 3420360 h 3420000"/>
            </a:gdLst>
            <a:ahLst/>
            <a:cxnLst/>
            <a:rect l="textAreaLeft" t="textAreaTop" r="textAreaRight" b="textAreaBottom"/>
            <a:pathLst>
              <a:path w="5501" h="9501">
                <a:moveTo>
                  <a:pt x="0" y="0"/>
                </a:moveTo>
                <a:lnTo>
                  <a:pt x="0" y="8001"/>
                </a:lnTo>
                <a:lnTo>
                  <a:pt x="2500" y="9501"/>
                </a:lnTo>
                <a:lnTo>
                  <a:pt x="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6" name=""/>
          <p:cNvSpPr/>
          <p:nvPr/>
        </p:nvSpPr>
        <p:spPr>
          <a:xfrm>
            <a:off x="2340000" y="0"/>
            <a:ext cx="1980000" cy="360000"/>
          </a:xfrm>
          <a:custGeom>
            <a:avLst/>
            <a:gdLst>
              <a:gd name="textAreaLeft" fmla="*/ 0 w 1980000"/>
              <a:gd name="textAreaRight" fmla="*/ 1980360 w 198000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5501" h="1001">
                <a:moveTo>
                  <a:pt x="500" y="0"/>
                </a:moveTo>
                <a:lnTo>
                  <a:pt x="0" y="1001"/>
                </a:lnTo>
                <a:lnTo>
                  <a:pt x="5501" y="0"/>
                </a:lnTo>
                <a:lnTo>
                  <a:pt x="5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7" name=""/>
          <p:cNvSpPr/>
          <p:nvPr/>
        </p:nvSpPr>
        <p:spPr>
          <a:xfrm>
            <a:off x="6480000" y="0"/>
            <a:ext cx="3600000" cy="2700000"/>
          </a:xfrm>
          <a:custGeom>
            <a:avLst/>
            <a:gdLst>
              <a:gd name="textAreaLeft" fmla="*/ 0 w 3600000"/>
              <a:gd name="textAreaRight" fmla="*/ 3600360 w 3600000"/>
              <a:gd name="textAreaTop" fmla="*/ 0 h 2700000"/>
              <a:gd name="textAreaBottom" fmla="*/ 2700360 h 2700000"/>
            </a:gdLst>
            <a:ahLst/>
            <a:cxnLst/>
            <a:rect l="textAreaLeft" t="textAreaTop" r="textAreaRight" b="textAreaBottom"/>
            <a:pathLst>
              <a:path w="10001" h="7501">
                <a:moveTo>
                  <a:pt x="10001" y="0"/>
                </a:moveTo>
                <a:lnTo>
                  <a:pt x="1000" y="0"/>
                </a:lnTo>
                <a:lnTo>
                  <a:pt x="0" y="500"/>
                </a:lnTo>
                <a:lnTo>
                  <a:pt x="10001" y="7501"/>
                </a:lnTo>
                <a:lnTo>
                  <a:pt x="10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8" name=""/>
          <p:cNvSpPr/>
          <p:nvPr/>
        </p:nvSpPr>
        <p:spPr>
          <a:xfrm>
            <a:off x="8100000" y="2340000"/>
            <a:ext cx="1980000" cy="3330000"/>
          </a:xfrm>
          <a:custGeom>
            <a:avLst/>
            <a:gdLst>
              <a:gd name="textAreaLeft" fmla="*/ 0 w 1980000"/>
              <a:gd name="textAreaRight" fmla="*/ 1980360 w 1980000"/>
              <a:gd name="textAreaTop" fmla="*/ 0 h 3330000"/>
              <a:gd name="textAreaBottom" fmla="*/ 3330360 h 3330000"/>
            </a:gdLst>
            <a:ahLst/>
            <a:cxnLst/>
            <a:rect l="textAreaLeft" t="textAreaTop" r="textAreaRight" b="textAreaBottom"/>
            <a:pathLst>
              <a:path w="5501" h="9251">
                <a:moveTo>
                  <a:pt x="5501" y="9251"/>
                </a:moveTo>
                <a:lnTo>
                  <a:pt x="5501" y="2000"/>
                </a:lnTo>
                <a:lnTo>
                  <a:pt x="3001" y="0"/>
                </a:lnTo>
                <a:lnTo>
                  <a:pt x="0" y="9251"/>
                </a:lnTo>
                <a:lnTo>
                  <a:pt x="5501" y="9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9" name=""/>
          <p:cNvSpPr/>
          <p:nvPr/>
        </p:nvSpPr>
        <p:spPr>
          <a:xfrm>
            <a:off x="5940000" y="5220000"/>
            <a:ext cx="1799640" cy="450000"/>
          </a:xfrm>
          <a:custGeom>
            <a:avLst/>
            <a:gdLst>
              <a:gd name="textAreaLeft" fmla="*/ 0 w 1799640"/>
              <a:gd name="textAreaRight" fmla="*/ 1800000 w 1799640"/>
              <a:gd name="textAreaTop" fmla="*/ 0 h 450000"/>
              <a:gd name="textAreaBottom" fmla="*/ 450360 h 450000"/>
            </a:gdLst>
            <a:ahLst/>
            <a:cxnLst/>
            <a:rect l="textAreaLeft" t="textAreaTop" r="textAreaRight" b="textAreaBottom"/>
            <a:pathLst>
              <a:path w="5000" h="1251">
                <a:moveTo>
                  <a:pt x="4500" y="1251"/>
                </a:moveTo>
                <a:lnTo>
                  <a:pt x="5000" y="0"/>
                </a:lnTo>
                <a:lnTo>
                  <a:pt x="0" y="1251"/>
                </a:lnTo>
                <a:lnTo>
                  <a:pt x="4500" y="1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0" name=""/>
          <p:cNvSpPr/>
          <p:nvPr/>
        </p:nvSpPr>
        <p:spPr>
          <a:xfrm>
            <a:off x="0" y="3240000"/>
            <a:ext cx="3240000" cy="2430000"/>
          </a:xfrm>
          <a:custGeom>
            <a:avLst/>
            <a:gdLst>
              <a:gd name="textAreaLeft" fmla="*/ 0 w 3240000"/>
              <a:gd name="textAreaRight" fmla="*/ 3240360 w 3240000"/>
              <a:gd name="textAreaTop" fmla="*/ 0 h 2430000"/>
              <a:gd name="textAreaBottom" fmla="*/ 2430360 h 2430000"/>
            </a:gdLst>
            <a:ahLst/>
            <a:cxnLst/>
            <a:rect l="textAreaLeft" t="textAreaTop" r="textAreaRight" b="textAreaBottom"/>
            <a:pathLst>
              <a:path w="9001" h="6751">
                <a:moveTo>
                  <a:pt x="0" y="0"/>
                </a:moveTo>
                <a:lnTo>
                  <a:pt x="0" y="6751"/>
                </a:lnTo>
                <a:lnTo>
                  <a:pt x="9001" y="6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800000" y="360000"/>
            <a:ext cx="647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800000" y="1440000"/>
            <a:ext cx="647964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lvl="1" algn="l">
              <a:lnSpc>
                <a:spcPct val="100000"/>
              </a:lnSpc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lvl="2" algn="l">
              <a:lnSpc>
                <a:spcPct val="100000"/>
              </a:lnSpc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lvl="3" algn="l">
              <a:lnSpc>
                <a:spcPct val="100000"/>
              </a:lnSpc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lvl="4" algn="l">
              <a:lnSpc>
                <a:spcPct val="100000"/>
              </a:lnSpc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lvl="5" algn="l">
              <a:lnSpc>
                <a:spcPct val="100000"/>
              </a:lnSpc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lvl="6" algn="l">
              <a:lnSpc>
                <a:spcPct val="100000"/>
              </a:lnSpc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Второй уровень структуры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Третий уровень структуры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Четвёртый уровень структуры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Пятый уровень структуры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Шестой уровень структуры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Седьмой уровень структуры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10"/>
          </p:nvPr>
        </p:nvSpPr>
        <p:spPr>
          <a:xfrm>
            <a:off x="360000" y="5220000"/>
            <a:ext cx="233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11"/>
          </p:nvPr>
        </p:nvSpPr>
        <p:spPr>
          <a:xfrm>
            <a:off x="3420000" y="5220000"/>
            <a:ext cx="323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808080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808080"/>
                </a:solidFill>
                <a:effectLst/>
                <a:uFillTx/>
                <a:latin typeface="DejaVu Sans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12"/>
          </p:nvPr>
        </p:nvSpPr>
        <p:spPr>
          <a:xfrm>
            <a:off x="7380000" y="5220000"/>
            <a:ext cx="233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4BD3765-551D-4F4C-A032-8C7CE254F622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0"/>
            <a:ext cx="1080000" cy="3420000"/>
          </a:xfrm>
          <a:custGeom>
            <a:avLst/>
            <a:gdLst>
              <a:gd name="textAreaLeft" fmla="*/ 0 w 1080000"/>
              <a:gd name="textAreaRight" fmla="*/ 1080360 w 1080000"/>
              <a:gd name="textAreaTop" fmla="*/ 0 h 3420000"/>
              <a:gd name="textAreaBottom" fmla="*/ 3420360 h 3420000"/>
            </a:gdLst>
            <a:ahLst/>
            <a:cxnLst/>
            <a:rect l="textAreaLeft" t="textAreaTop" r="textAreaRight" b="textAreaBottom"/>
            <a:pathLst>
              <a:path w="3001" h="9501">
                <a:moveTo>
                  <a:pt x="0" y="0"/>
                </a:moveTo>
                <a:lnTo>
                  <a:pt x="0" y="9501"/>
                </a:lnTo>
                <a:lnTo>
                  <a:pt x="30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7" name=""/>
          <p:cNvSpPr/>
          <p:nvPr/>
        </p:nvSpPr>
        <p:spPr>
          <a:xfrm>
            <a:off x="7740000" y="0"/>
            <a:ext cx="2340000" cy="1620000"/>
          </a:xfrm>
          <a:custGeom>
            <a:avLst/>
            <a:gdLst>
              <a:gd name="textAreaLeft" fmla="*/ 0 w 2340000"/>
              <a:gd name="textAreaRight" fmla="*/ 2340360 w 2340000"/>
              <a:gd name="textAreaTop" fmla="*/ 0 h 1620000"/>
              <a:gd name="textAreaBottom" fmla="*/ 1620360 h 1620000"/>
            </a:gdLst>
            <a:ahLst/>
            <a:cxnLst/>
            <a:rect l="textAreaLeft" t="textAreaTop" r="textAreaRight" b="textAreaBottom"/>
            <a:pathLst>
              <a:path w="6501" h="4501">
                <a:moveTo>
                  <a:pt x="6501" y="0"/>
                </a:moveTo>
                <a:lnTo>
                  <a:pt x="0" y="0"/>
                </a:lnTo>
                <a:lnTo>
                  <a:pt x="6501" y="4501"/>
                </a:lnTo>
                <a:lnTo>
                  <a:pt x="65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8" name=""/>
          <p:cNvSpPr/>
          <p:nvPr/>
        </p:nvSpPr>
        <p:spPr>
          <a:xfrm>
            <a:off x="9000000" y="2520000"/>
            <a:ext cx="1080000" cy="3150000"/>
          </a:xfrm>
          <a:custGeom>
            <a:avLst/>
            <a:gdLst>
              <a:gd name="textAreaLeft" fmla="*/ 0 w 1080000"/>
              <a:gd name="textAreaRight" fmla="*/ 1080360 w 1080000"/>
              <a:gd name="textAreaTop" fmla="*/ 0 h 3150000"/>
              <a:gd name="textAreaBottom" fmla="*/ 3150360 h 3150000"/>
            </a:gdLst>
            <a:ahLst/>
            <a:cxnLst/>
            <a:rect l="textAreaLeft" t="textAreaTop" r="textAreaRight" b="textAreaBottom"/>
            <a:pathLst>
              <a:path w="3001" h="8751">
                <a:moveTo>
                  <a:pt x="3001" y="8751"/>
                </a:moveTo>
                <a:lnTo>
                  <a:pt x="3001" y="0"/>
                </a:lnTo>
                <a:lnTo>
                  <a:pt x="0" y="8751"/>
                </a:lnTo>
                <a:lnTo>
                  <a:pt x="3001" y="87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9" name=""/>
          <p:cNvSpPr/>
          <p:nvPr/>
        </p:nvSpPr>
        <p:spPr>
          <a:xfrm>
            <a:off x="0" y="4320000"/>
            <a:ext cx="1980000" cy="1350000"/>
          </a:xfrm>
          <a:custGeom>
            <a:avLst/>
            <a:gdLst>
              <a:gd name="textAreaLeft" fmla="*/ 0 w 1980000"/>
              <a:gd name="textAreaRight" fmla="*/ 1980360 w 1980000"/>
              <a:gd name="textAreaTop" fmla="*/ 0 h 1350000"/>
              <a:gd name="textAreaBottom" fmla="*/ 1350360 h 1350000"/>
            </a:gdLst>
            <a:ahLst/>
            <a:cxnLst/>
            <a:rect l="textAreaLeft" t="textAreaTop" r="textAreaRight" b="textAreaBottom"/>
            <a:pathLst>
              <a:path w="5501" h="3751">
                <a:moveTo>
                  <a:pt x="0" y="0"/>
                </a:moveTo>
                <a:lnTo>
                  <a:pt x="0" y="3751"/>
                </a:lnTo>
                <a:lnTo>
                  <a:pt x="5501" y="3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dt" idx="13"/>
          </p:nvPr>
        </p:nvSpPr>
        <p:spPr>
          <a:xfrm>
            <a:off x="360000" y="5220000"/>
            <a:ext cx="233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14"/>
          </p:nvPr>
        </p:nvSpPr>
        <p:spPr>
          <a:xfrm>
            <a:off x="3420000" y="5220000"/>
            <a:ext cx="323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808080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808080"/>
                </a:solidFill>
                <a:effectLst/>
                <a:uFillTx/>
                <a:latin typeface="DejaVu Sans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15"/>
          </p:nvPr>
        </p:nvSpPr>
        <p:spPr>
          <a:xfrm>
            <a:off x="7380000" y="5220000"/>
            <a:ext cx="233964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4B91E9B-F5F3-431F-8F49-20995ECA5487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3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720000" y="1440000"/>
            <a:ext cx="863964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lvl="1" algn="l">
              <a:lnSpc>
                <a:spcPct val="100000"/>
              </a:lnSpc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lvl="2" algn="l">
              <a:lnSpc>
                <a:spcPct val="100000"/>
              </a:lnSpc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lvl="3" algn="l">
              <a:lnSpc>
                <a:spcPct val="100000"/>
              </a:lnSpc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lvl="4" algn="l">
              <a:lnSpc>
                <a:spcPct val="100000"/>
              </a:lnSpc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lvl="5" algn="l">
              <a:lnSpc>
                <a:spcPct val="100000"/>
              </a:lnSpc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lvl="6" algn="l">
              <a:lnSpc>
                <a:spcPct val="100000"/>
              </a:lnSpc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Второй уровень структуры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Третий уровень структуры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Четвёртый уровень структуры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Пятый уровень структуры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Шестой уровень структуры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Седьмой уровень структуры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65080" y="224640"/>
            <a:ext cx="6592320" cy="94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Segoe UI"/>
              </a:rPr>
              <a:t>Что такое Git?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Segoe U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1765080" y="1326600"/>
            <a:ext cx="6592320" cy="365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Git — это распределённая система управления версиями (Distributed Version Control System, DVCS). Она позволяет разработчикам отслеживать изменения в файлах проекта, хранить их версии и оперативно возвращаться к любому сохранённому состоянию.  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99DE539-BB95-4437-BF7B-9D0C98DBDEDC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20000" y="335520"/>
            <a:ext cx="8639640" cy="94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Segoe UI"/>
              </a:rPr>
              <a:t>Определение Git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Segoe U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3964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 Git — это распределённая система контроля версий (СКВ) 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Segoe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B25F752-9815-4451-946A-B04682BBD352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20000" y="335520"/>
            <a:ext cx="8639640" cy="94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Segoe UI"/>
              </a:rPr>
              <a:t>Описание системы контроля версий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Segoe U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3964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Система контроля версий (СКВ, VCS — Version Control System) — это инструмент, который фиксирует все изменения в файлах проекта, сохраняет историю этих изменений и позволяет при необходимости вернуться к любой предыдущей версии. 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89FFF13-C09D-46BF-9CC5-792E5B114675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3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rPr>
              <a:t>Кто и когда создал Git?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3964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Git создал Линус Бенедикт Торвальдс — финно-американский программист, создатель ядра Linux. Git был создан в 2005 году.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E18DECD-DE3D-4B48-A439-B8D8D2627F7A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3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rPr>
              <a:t>Информация о создателе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3964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  Линус Бенедикт Торвальдс родился 28 декабря 1969 года в Хельсинки. В 1996 году окончил Хельсинкский университет, получив степень магистра кибернетики.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Изначально разрабатывал ядро Linux для собственных нужд, вдохновляясь системой Minix. В 2005 году создал Git для управления разработкой ядра Linux. Первый коммит в проекте состоялся 7 апреля 2005 года.  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D8F93FE-473C-4DB3-B9AA-F13E40E54591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3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Segoe UI"/>
              </a:rPr>
              <a:t>Причина появления Git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Segoe U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720000" y="1260360"/>
            <a:ext cx="863964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Главная причина появления Git — кризис в управлении разработкой ядра Linux в 2005 году. 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Segoe UI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До этого разработчики ядра использовали закрытую систему BitKeeper. В какой-то момент отношения между сообществом Linux и компанией-разработчиком (BitMover) испортились. Автор BitKeeper обвинил разработчиков в нарушении соглашения и отозвал бесплатную лицензию. В результате сообщество осталось без рабочего инструмента для совместной работы 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780F4C7-2A35-42E6-845B-7C062EC14AF0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3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Segoe UI"/>
              </a:rPr>
              <a:t>Для чего нужен Git?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Segoe U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3964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Aft>
                <a:spcPts val="1060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Git нужен для отслеживания изменений, возможности отката к предыдущей версии. Также в нём имеется возможность совместной и параллельной работы. Можно добавить, что Git безопасный и устойчивый. Имеется возможность фиксации авторства.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Segoe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2E28113-DC51-4A58-B5EA-E85A6262736C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3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Segoe UI"/>
              </a:rPr>
              <a:t>Зачем Git используется в разработке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Segoe U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720000" y="1259640"/>
            <a:ext cx="863964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1. Отслеживание истории изменений и возврат к предыдущим версиям 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Segoe UI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2. Параллельная работа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Segoe UI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3. Распределённость и отказоустойчивость 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Segoe UI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4. Совместная работа и разрешение конфликтов 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Segoe UI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5. Прозрачность и контроль 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Segoe UI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6. Интеграция с другими инструментами 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Segoe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1B22DF3-DC83-4067-AFC7-DEFA9AA39014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3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Segoe UI"/>
              </a:rPr>
              <a:t>Преимущества Git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Segoe U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3964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1. Распределённость и автономность.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Segoe UI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2. Надёжность и целостность данных 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Segoe UI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3. Возможность отката к предыдущим версиям. 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Segoe UI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4. Прозрачность истории изменений.  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Segoe UI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5. Поддержка параллельной разработки.  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Segoe UI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6. Эффективное ветвление и слияние.  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Segoe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429B025-91E3-4F17-8BBF-DEFD86C17EF4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3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rPr>
              <a:t>Примеры использования Git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3964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-324000" algn="l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Параллельная работа команды. Каждый разработчик создаёт отдельную ветку, вносит изменения, а после тестирования сливает их с основной веткой через</a:t>
            </a:r>
            <a:r>
              <a:rPr lang="ru-RU" sz="1000" b="0" u="none" strike="noStrike">
                <a:solidFill>
                  <a:srgbClr val="666666"/>
                </a:solidFill>
                <a:effectLst/>
                <a:uFillTx/>
                <a:latin typeface="Liberation Mono;Courier New;DejaVu Sans Mono;Lucida Sans Typewriter"/>
              </a:rPr>
              <a:t> </a:t>
            </a: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Liberation Mono;Courier New;DejaVu Sans Mono;Lucida Sans Typewriter"/>
              </a:rPr>
              <a:t>pull request.</a:t>
            </a:r>
            <a:r>
              <a:rPr lang="ru-RU" sz="1000" b="0" u="none" strike="noStrike">
                <a:solidFill>
                  <a:srgbClr val="666666"/>
                </a:solidFill>
                <a:effectLst/>
                <a:uFillTx/>
                <a:latin typeface="Liberation Mono;Courier New;DejaVu Sans Mono;Lucida Sans Typewriter"/>
              </a:rPr>
              <a:t> </a:t>
            </a:r>
            <a:endParaRPr lang="ru-RU" sz="1000" b="0" u="none" strike="noStrike">
              <a:solidFill>
                <a:srgbClr val="666666"/>
              </a:solidFill>
              <a:effectLst/>
              <a:uFillTx/>
              <a:latin typeface="Liberation Mono;Courier New;DejaVu Sans Mono;Lucida Sans Typewriter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Segoe UI"/>
              </a:rPr>
              <a:t>Исправление ошибок. Если после обновления кода сломалась мобильная версия сайта, Git позволяет найти коммит, после которого появилась проблема, сравнить изменения и откатиться к стабильной версии.</a:t>
            </a:r>
            <a:r>
              <a:rPr lang="ru-RU" sz="1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 </a:t>
            </a:r>
            <a:endParaRPr lang="ru-RU" sz="1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3A85FFF-6187-4EFD-94EE-8423F11BC199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20000" y="335520"/>
            <a:ext cx="8639640" cy="94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ru-RU" sz="3200" b="0" u="none" strike="noStrik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3964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Aft>
                <a:spcPts val="1060"/>
              </a:spcAft>
              <a:buNone/>
            </a:pP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7A1E603-7E44-442D-BB19-B14F05C2EF45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2026-09-21T09:31:03Z</dcterms:created>
  <dc:creator/>
  <dc:description>This work is licensed under a Creative Commons-0 licence.
It makes use of the works of Zirk.</dc:description>
  <dc:language>ru-RU</dc:language>
  <cp:lastModifiedBy/>
  <dcterms:modified xsi:type="dcterms:W3CDTF">2026-09-21T09:56:23Z</dcterms:modified>
  <cp:revision>4</cp:revision>
  <dc:subject/>
  <dc:title>Focus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